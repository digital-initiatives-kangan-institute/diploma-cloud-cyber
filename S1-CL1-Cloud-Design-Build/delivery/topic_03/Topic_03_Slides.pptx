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90" y="9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90B06A-6EBA-4AFC-94EE-11AF9381E625}" type="datetimeFigureOut">
              <a:rPr lang="en-AU" smtClean="0"/>
              <a:t>2/06/2026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743E08-7C00-4973-9AD1-14F753946BE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8934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743E08-7C00-4973-9AD1-14F753946BE0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9268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alculator.aws/#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calculator.aws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  <p:pic>
        <p:nvPicPr>
          <p:cNvPr id="10" name="Picture 9" descr="AWS Pricing Calculator website.">
            <a:extLst>
              <a:ext uri="{FF2B5EF4-FFF2-40B4-BE49-F238E27FC236}">
                <a16:creationId xmlns:a16="http://schemas.microsoft.com/office/drawing/2014/main" id="{95B9C72A-111D-DAD9-C6A0-94B048AB7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530" y="1554511"/>
            <a:ext cx="5575239" cy="32599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5B2059-4D5B-5F24-D2BC-166916F6BCCF}"/>
              </a:ext>
            </a:extLst>
          </p:cNvPr>
          <p:cNvSpPr txBox="1"/>
          <p:nvPr/>
        </p:nvSpPr>
        <p:spPr>
          <a:xfrm>
            <a:off x="6748744" y="4841824"/>
            <a:ext cx="4746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Access the </a:t>
            </a:r>
            <a:r>
              <a:rPr lang="en-US" sz="2400" dirty="0"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  <a:hlinkClick r:id="rId4"/>
              </a:rPr>
              <a:t>AWS Pricing Calculator</a:t>
            </a:r>
            <a:endParaRPr lang="en-US" sz="2400" dirty="0">
              <a:latin typeface="Amazon Ember Light" panose="020B0403020204020204" pitchFamily="34" charset="0"/>
              <a:ea typeface="Amazon Ember Light" panose="020B0403020204020204" pitchFamily="34" charset="0"/>
              <a:cs typeface="Amazon Ember Light" panose="020B0403020204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 dirty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 dirty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 dirty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 dirty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 dirty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 dirty="0">
                <a:solidFill>
                  <a:srgbClr val="27B5CE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 dirty="0">
                <a:solidFill>
                  <a:srgbClr val="484848"/>
                </a:solidFill>
                <a:latin typeface="Roboto"/>
              </a:rPr>
              <a:t>🔗  </a:t>
            </a:r>
            <a:r>
              <a:rPr sz="1700" b="0" i="0" dirty="0" err="1">
                <a:solidFill>
                  <a:srgbClr val="484848"/>
                </a:solidFill>
                <a:latin typeface="Roboto"/>
              </a:rPr>
              <a:t>calculator.aws</a:t>
            </a:r>
            <a:endParaRPr sz="1700" b="0" i="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  <p:grpSp>
        <p:nvGrpSpPr>
          <p:cNvPr id="11" name="Group 10" descr="Choosing the create estimate button to open the Pricing Calculator tool.">
            <a:extLst>
              <a:ext uri="{FF2B5EF4-FFF2-40B4-BE49-F238E27FC236}">
                <a16:creationId xmlns:a16="http://schemas.microsoft.com/office/drawing/2014/main" id="{0DBFEC46-9CEB-D6AE-68EA-944EEE082022}"/>
              </a:ext>
            </a:extLst>
          </p:cNvPr>
          <p:cNvGrpSpPr/>
          <p:nvPr/>
        </p:nvGrpSpPr>
        <p:grpSpPr>
          <a:xfrm>
            <a:off x="2990712" y="3806388"/>
            <a:ext cx="8100335" cy="2365812"/>
            <a:chOff x="337813" y="2816435"/>
            <a:chExt cx="11516375" cy="3405498"/>
          </a:xfrm>
        </p:grpSpPr>
        <p:grpSp>
          <p:nvGrpSpPr>
            <p:cNvPr id="12" name="Group 11" descr="Screenshot of AWS Pricing Calculator website and tool.">
              <a:extLst>
                <a:ext uri="{FF2B5EF4-FFF2-40B4-BE49-F238E27FC236}">
                  <a16:creationId xmlns:a16="http://schemas.microsoft.com/office/drawing/2014/main" id="{8E3B2791-A466-9375-2B42-E979E2FFD0D4}"/>
                </a:ext>
              </a:extLst>
            </p:cNvPr>
            <p:cNvGrpSpPr/>
            <p:nvPr/>
          </p:nvGrpSpPr>
          <p:grpSpPr>
            <a:xfrm>
              <a:off x="337813" y="2816435"/>
              <a:ext cx="11516375" cy="3405498"/>
              <a:chOff x="449698" y="2576595"/>
              <a:chExt cx="11516375" cy="3405498"/>
            </a:xfrm>
          </p:grpSpPr>
          <p:pic>
            <p:nvPicPr>
              <p:cNvPr id="14" name="Picture 13" descr="screenshot of create estimate button on AWS Pricing Calculator website.">
                <a:extLst>
                  <a:ext uri="{FF2B5EF4-FFF2-40B4-BE49-F238E27FC236}">
                    <a16:creationId xmlns:a16="http://schemas.microsoft.com/office/drawing/2014/main" id="{767AA6D4-5392-3B1C-42DD-977ECA5CAE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9698" y="2782726"/>
                <a:ext cx="4881805" cy="2139685"/>
              </a:xfrm>
              <a:prstGeom prst="rect">
                <a:avLst/>
              </a:prstGeom>
            </p:spPr>
          </p:pic>
          <p:pic>
            <p:nvPicPr>
              <p:cNvPr id="15" name="Picture 14" descr="Screenshot of AWS Pricing Calculator tool.">
                <a:extLst>
                  <a:ext uri="{FF2B5EF4-FFF2-40B4-BE49-F238E27FC236}">
                    <a16:creationId xmlns:a16="http://schemas.microsoft.com/office/drawing/2014/main" id="{8959ABA3-FEBF-6A9F-AFD7-D634B5C569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20742" y="2576595"/>
                <a:ext cx="5545331" cy="3405498"/>
              </a:xfrm>
              <a:prstGeom prst="rect">
                <a:avLst/>
              </a:prstGeom>
            </p:spPr>
          </p:pic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1585B64-B92B-38B5-2E1F-984C1CBF7405}"/>
                  </a:ext>
                </a:extLst>
              </p:cNvPr>
              <p:cNvSpPr/>
              <p:nvPr/>
            </p:nvSpPr>
            <p:spPr>
              <a:xfrm>
                <a:off x="496136" y="4092477"/>
                <a:ext cx="1947263" cy="75498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3" name="Elbow Connector 9">
              <a:extLst>
                <a:ext uri="{FF2B5EF4-FFF2-40B4-BE49-F238E27FC236}">
                  <a16:creationId xmlns:a16="http://schemas.microsoft.com/office/drawing/2014/main" id="{22B2C05C-33CA-4A0B-A12E-0150FF500C37}"/>
                </a:ext>
              </a:extLst>
            </p:cNvPr>
            <p:cNvCxnSpPr/>
            <p:nvPr/>
          </p:nvCxnSpPr>
          <p:spPr>
            <a:xfrm flipV="1">
              <a:off x="2331514" y="3591098"/>
              <a:ext cx="3977343" cy="1080655"/>
            </a:xfrm>
            <a:prstGeom prst="bentConnector3">
              <a:avLst>
                <a:gd name="adj1" fmla="val 82604"/>
              </a:avLst>
            </a:prstGeom>
            <a:ln w="38100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1583</Words>
  <Application>Microsoft Office PowerPoint</Application>
  <PresentationFormat>Widescreen</PresentationFormat>
  <Paragraphs>199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Amazon Ember Light</vt:lpstr>
      <vt:lpstr>Aptos</vt:lpstr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3</cp:revision>
  <dcterms:created xsi:type="dcterms:W3CDTF">2013-01-27T09:14:16Z</dcterms:created>
  <dcterms:modified xsi:type="dcterms:W3CDTF">2026-06-02T01:52:31Z</dcterms:modified>
  <cp:category/>
</cp:coreProperties>
</file>